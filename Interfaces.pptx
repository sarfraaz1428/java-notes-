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844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17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34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45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98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27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77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160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446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01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4A81C-2F85-4F29-8375-F5B057751BF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27207-8052-46A4-A1E1-CF7026028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35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abstraction-in-java-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6C019-011F-2DEF-9967-F14C6A1F5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Interfaces in Java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D0A62-254D-51B9-6A4B-E18FBE434F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65E74D-DDD5-79D5-57A1-FB6090F37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812" y="465046"/>
            <a:ext cx="5382376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4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2DA6-2C0E-1091-AC67-52B32B66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14745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D04AB-5703-D41B-4860-11C0E0FB9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79871"/>
            <a:ext cx="7886700" cy="4997092"/>
          </a:xfrm>
        </p:spPr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An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Interface in Java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programming language is defined as an abstract type used to specify the behavior of a class. 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An interface in Java is a blueprint of a behavior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i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nterface contains static constants and abstract methods.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interface in Java is 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a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mechanism to achieve </a:t>
            </a:r>
            <a:r>
              <a:rPr lang="en-US" b="0" i="0" u="sng" dirty="0">
                <a:effectLst/>
                <a:latin typeface="Nunito" pitchFamily="2" charset="0"/>
                <a:hlinkClick r:id="rId2"/>
              </a:rPr>
              <a:t>abstraction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an interface could only have abstract methods (methods without a body) and public, static, and final variables by default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used to achieve abstraction and multiple inheritances in Java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786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57816-CFBD-C5C6-3A46-75451CAE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Interfaces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FEAC6-EDD4-D9B7-FE8E-0AB30B113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It is used to achieve total abstraction.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Since java does not support multiple inheritances in the case of class, by using an interface it can achieve multiple inheritances.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Any class can extend only one class, but can implement multiple interfaces.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It is also used to achieve loose coupling.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Interfaces are used to implement abstraction.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836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CBF2-D800-591F-6750-ADC95457D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D7F8D-939A-129B-906B-90DBB63BA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they lack instance variables, and their methods are declared without any body</a:t>
            </a:r>
          </a:p>
          <a:p>
            <a:r>
              <a:rPr lang="en-US" dirty="0"/>
              <a:t>any number of classes can implement an interface.</a:t>
            </a:r>
          </a:p>
          <a:p>
            <a:r>
              <a:rPr lang="en-US" dirty="0"/>
              <a:t>Variables can be declared inside of interface declarations</a:t>
            </a:r>
          </a:p>
          <a:p>
            <a:r>
              <a:rPr lang="en-US" dirty="0"/>
              <a:t>They are implicitly final and static, meaning they cannot be changed by the implementing class</a:t>
            </a:r>
          </a:p>
          <a:p>
            <a:r>
              <a:rPr lang="en-US" dirty="0"/>
              <a:t>They must also be initialized with a constant value. All methods and variables are implicitly public if the interface, itself, is declared as public.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77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6761-8051-1174-0449-5ABC6E79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Interfaces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5286C-4E35-14D3-A441-E7D7A95F1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Once an interface has been defined, one or more classes can implement that interface. </a:t>
            </a:r>
          </a:p>
          <a:p>
            <a:r>
              <a:rPr lang="en-US" dirty="0"/>
              <a:t>To implement an interface, include the implements clause in a class definition, and then create the methods defined by the interface</a:t>
            </a:r>
          </a:p>
          <a:p>
            <a:r>
              <a:rPr lang="en-US" dirty="0"/>
              <a:t>access is either public or not used. </a:t>
            </a:r>
          </a:p>
          <a:p>
            <a:r>
              <a:rPr lang="en-US" dirty="0"/>
              <a:t>If a class implements more than one interface, the interfaces are separated with a comma.</a:t>
            </a:r>
          </a:p>
          <a:p>
            <a:r>
              <a:rPr lang="en-US" dirty="0"/>
              <a:t>type signature of the implementing method must match exactly the type signature specified in the interface definition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3773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0C808A-FE4A-433B-CF7B-2C6F636F7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60" y="1278372"/>
            <a:ext cx="9061740" cy="2998660"/>
          </a:xfrm>
        </p:spPr>
      </p:pic>
    </p:spTree>
    <p:extLst>
      <p:ext uri="{BB962C8B-B14F-4D97-AF65-F5344CB8AC3E}">
        <p14:creationId xmlns:p14="http://schemas.microsoft.com/office/powerpoint/2010/main" val="660447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DB703D-E40F-51B6-C45C-8E96F3530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43" y="489768"/>
            <a:ext cx="8822335" cy="479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10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83E8CC-42B4-6769-B9D6-2CF7554A0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97924" cy="615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46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C855D9-CD1F-0E54-45C9-FED3F33D3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414" y="2060345"/>
            <a:ext cx="8337907" cy="2865616"/>
          </a:xfrm>
        </p:spPr>
      </p:pic>
    </p:spTree>
    <p:extLst>
      <p:ext uri="{BB962C8B-B14F-4D97-AF65-F5344CB8AC3E}">
        <p14:creationId xmlns:p14="http://schemas.microsoft.com/office/powerpoint/2010/main" val="3645583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DDC09A-2133-A596-D950-16CCB0761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017" y="73739"/>
            <a:ext cx="5634191" cy="671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639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4E759-90BD-2F97-6063-3FA1169B7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20877"/>
            <a:ext cx="7886700" cy="5056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IFExtend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</a:t>
            </a:r>
            <a:r>
              <a:rPr lang="en-US" dirty="0"/>
              <a:t>[])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914400" lvl="2" indent="0">
              <a:buNone/>
            </a:pPr>
            <a:r>
              <a:rPr lang="en-US" dirty="0" err="1"/>
              <a:t>MyClass</a:t>
            </a:r>
            <a:r>
              <a:rPr lang="en-US" dirty="0"/>
              <a:t> </a:t>
            </a:r>
            <a:r>
              <a:rPr lang="en-US" dirty="0" err="1"/>
              <a:t>ob</a:t>
            </a:r>
            <a:r>
              <a:rPr lang="en-US" dirty="0"/>
              <a:t>=new </a:t>
            </a:r>
            <a:r>
              <a:rPr lang="en-US" dirty="0" err="1"/>
              <a:t>MyClass</a:t>
            </a:r>
            <a:r>
              <a:rPr lang="en-US" dirty="0"/>
              <a:t>();</a:t>
            </a:r>
          </a:p>
          <a:p>
            <a:pPr marL="914400" lvl="2" indent="0">
              <a:buNone/>
            </a:pPr>
            <a:r>
              <a:rPr lang="en-US" dirty="0"/>
              <a:t>ob.meth1();</a:t>
            </a:r>
          </a:p>
          <a:p>
            <a:pPr marL="914400" lvl="2" indent="0">
              <a:buNone/>
            </a:pPr>
            <a:r>
              <a:rPr lang="en-US" dirty="0"/>
              <a:t>ob.meth2();</a:t>
            </a:r>
          </a:p>
          <a:p>
            <a:pPr marL="914400" lvl="2" indent="0">
              <a:buNone/>
            </a:pPr>
            <a:r>
              <a:rPr lang="en-US" dirty="0"/>
              <a:t>ob.meth3();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338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F39BA2-8AE2-F38E-0A7A-B22D866A98E3}"/>
              </a:ext>
            </a:extLst>
          </p:cNvPr>
          <p:cNvSpPr/>
          <p:nvPr/>
        </p:nvSpPr>
        <p:spPr>
          <a:xfrm>
            <a:off x="3239746" y="2967335"/>
            <a:ext cx="26645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456453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</TotalTime>
  <Words>342</Words>
  <Application>Microsoft Office PowerPoint</Application>
  <PresentationFormat>On-screen Show (4:3)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Nunito</vt:lpstr>
      <vt:lpstr>Office Theme</vt:lpstr>
      <vt:lpstr>Interfaces in Java</vt:lpstr>
      <vt:lpstr>Introduction</vt:lpstr>
      <vt:lpstr>Uses of Interfaces</vt:lpstr>
      <vt:lpstr>Introduction</vt:lpstr>
      <vt:lpstr>Implementing Interfaces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33</cp:revision>
  <dcterms:created xsi:type="dcterms:W3CDTF">2024-09-23T13:56:20Z</dcterms:created>
  <dcterms:modified xsi:type="dcterms:W3CDTF">2024-11-27T16:11:58Z</dcterms:modified>
</cp:coreProperties>
</file>