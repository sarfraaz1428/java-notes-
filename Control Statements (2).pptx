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4" r:id="rId8"/>
    <p:sldId id="265" r:id="rId9"/>
    <p:sldId id="269" r:id="rId10"/>
    <p:sldId id="270" r:id="rId11"/>
    <p:sldId id="261" r:id="rId12"/>
    <p:sldId id="271" r:id="rId13"/>
    <p:sldId id="272" r:id="rId14"/>
    <p:sldId id="273" r:id="rId15"/>
    <p:sldId id="266" r:id="rId16"/>
    <p:sldId id="267" r:id="rId17"/>
    <p:sldId id="274" r:id="rId18"/>
    <p:sldId id="275" r:id="rId19"/>
    <p:sldId id="276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648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F4E17-E75C-461E-AFA4-FF75E9526DCB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9E77D-355E-4D01-90EC-F122F0DB3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485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F4E17-E75C-461E-AFA4-FF75E9526DCB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9E77D-355E-4D01-90EC-F122F0DB3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832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F4E17-E75C-461E-AFA4-FF75E9526DCB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9E77D-355E-4D01-90EC-F122F0DB3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504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F4E17-E75C-461E-AFA4-FF75E9526DCB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9E77D-355E-4D01-90EC-F122F0DB3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568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F4E17-E75C-461E-AFA4-FF75E9526DCB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9E77D-355E-4D01-90EC-F122F0DB3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637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F4E17-E75C-461E-AFA4-FF75E9526DCB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9E77D-355E-4D01-90EC-F122F0DB3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767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F4E17-E75C-461E-AFA4-FF75E9526DCB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9E77D-355E-4D01-90EC-F122F0DB3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511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F4E17-E75C-461E-AFA4-FF75E9526DCB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9E77D-355E-4D01-90EC-F122F0DB3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712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F4E17-E75C-461E-AFA4-FF75E9526DCB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9E77D-355E-4D01-90EC-F122F0DB3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757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F4E17-E75C-461E-AFA4-FF75E9526DCB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9E77D-355E-4D01-90EC-F122F0DB3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84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F4E17-E75C-461E-AFA4-FF75E9526DCB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9E77D-355E-4D01-90EC-F122F0DB3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30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7F4E17-E75C-461E-AFA4-FF75E9526DCB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49E77D-355E-4D01-90EC-F122F0DB3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19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877AA-B197-DAF8-04E7-F9A8601EB5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Control Statements in Java</a:t>
            </a:r>
            <a:endParaRPr lang="en-IN" dirty="0"/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2F49BF4A-AC43-DE82-B6AA-76FEB802CA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560" y="242617"/>
            <a:ext cx="2529014" cy="87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908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1FE61-DCF6-6034-F799-CE353113C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62502-9E3C-D950-67D8-A6C228F21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if statement</a:t>
            </a:r>
          </a:p>
          <a:p>
            <a:r>
              <a:rPr lang="en-US" dirty="0"/>
              <a:t>The if-else statement</a:t>
            </a:r>
          </a:p>
          <a:p>
            <a:r>
              <a:rPr lang="en-US" dirty="0"/>
              <a:t>The if-else ladder</a:t>
            </a:r>
          </a:p>
          <a:p>
            <a:r>
              <a:rPr lang="en-US" dirty="0"/>
              <a:t>The if-then-else operator</a:t>
            </a:r>
          </a:p>
          <a:p>
            <a:r>
              <a:rPr lang="en-US" dirty="0"/>
              <a:t>The switch statement</a:t>
            </a:r>
          </a:p>
          <a:p>
            <a:r>
              <a:rPr lang="en-US" dirty="0"/>
              <a:t>The while</a:t>
            </a:r>
          </a:p>
          <a:p>
            <a:r>
              <a:rPr lang="en-US" dirty="0" err="1"/>
              <a:t>Do..while</a:t>
            </a:r>
            <a:endParaRPr lang="en-US" dirty="0"/>
          </a:p>
          <a:p>
            <a:r>
              <a:rPr lang="en-US" dirty="0"/>
              <a:t>The For </a:t>
            </a:r>
            <a:r>
              <a:rPr lang="en-US" dirty="0" err="1"/>
              <a:t>Stetement</a:t>
            </a:r>
            <a:endParaRPr lang="en-US" dirty="0"/>
          </a:p>
          <a:p>
            <a:r>
              <a:rPr lang="en-IN" dirty="0"/>
              <a:t>The For Each loop</a:t>
            </a:r>
          </a:p>
        </p:txBody>
      </p:sp>
    </p:spTree>
    <p:extLst>
      <p:ext uri="{BB962C8B-B14F-4D97-AF65-F5344CB8AC3E}">
        <p14:creationId xmlns:p14="http://schemas.microsoft.com/office/powerpoint/2010/main" val="600178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6EB7-36E5-0B2B-0EFD-E2FEB9B77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CF07E-FD4F-AE85-FA76-52D909F87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conditional statements are used to make decisions based on the value of your data and make the flow of the program go in different directions accordingly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8792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07F0F-D45E-9D42-94EB-494CA06FB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if..condition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D7D43-A931-F09D-6041-03FE7AD3C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public class App 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int temperature = 73;</a:t>
            </a:r>
          </a:p>
          <a:p>
            <a:pPr marL="0" indent="0">
              <a:buNone/>
            </a:pPr>
            <a:r>
              <a:rPr lang="en-US" dirty="0"/>
              <a:t>if (temperature &lt; 80) </a:t>
            </a:r>
          </a:p>
          <a:p>
            <a:pPr marL="0" indent="0">
              <a:buNone/>
            </a:pPr>
            <a:r>
              <a:rPr lang="en-US" dirty="0"/>
              <a:t>{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System.out.println</a:t>
            </a:r>
            <a:r>
              <a:rPr lang="en-US" dirty="0"/>
              <a:t>("It's not too hot.");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5693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23725-0B74-EA9A-E6F3-EF8E93CFA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242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if..else</a:t>
            </a:r>
            <a:r>
              <a:rPr lang="en-US" dirty="0"/>
              <a:t>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79B0F-F8D6-6013-D947-9E3E1D6CB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86348"/>
            <a:ext cx="7886700" cy="525042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public class App 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public static void main(String[] </a:t>
            </a:r>
            <a:r>
              <a:rPr lang="en-IN" dirty="0" err="1"/>
              <a:t>args</a:t>
            </a:r>
            <a:r>
              <a:rPr lang="en-IN" dirty="0"/>
              <a:t>) 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int temperature = 73;</a:t>
            </a:r>
          </a:p>
          <a:p>
            <a:pPr marL="0" indent="0">
              <a:buNone/>
            </a:pPr>
            <a:r>
              <a:rPr lang="en-IN" dirty="0"/>
              <a:t>if (temperature &lt; 80) </a:t>
            </a:r>
          </a:p>
          <a:p>
            <a:pPr marL="0" indent="0">
              <a:buNone/>
            </a:pPr>
            <a:r>
              <a:rPr lang="en-IN" dirty="0"/>
              <a:t>{ 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System.out.println</a:t>
            </a:r>
            <a:r>
              <a:rPr lang="en-IN" dirty="0"/>
              <a:t>("It's not too hot."); 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else </a:t>
            </a:r>
          </a:p>
          <a:p>
            <a:pPr marL="0" indent="0">
              <a:buNone/>
            </a:pPr>
            <a:r>
              <a:rPr lang="en-IN" dirty="0"/>
              <a:t>{ 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("It's too hot!"); }</a:t>
            </a:r>
          </a:p>
          <a:p>
            <a:pPr marL="0" indent="0">
              <a:buNone/>
            </a:pPr>
            <a:r>
              <a:rPr lang="en-IN"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1014109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EBDD7-B88E-C5E4-66D8-C575D9FA4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if-else ladder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F582B8-7295-8140-3A16-964421CB30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8287" y="2256504"/>
            <a:ext cx="8020795" cy="3539612"/>
          </a:xfrm>
        </p:spPr>
      </p:pic>
    </p:spTree>
    <p:extLst>
      <p:ext uri="{BB962C8B-B14F-4D97-AF65-F5344CB8AC3E}">
        <p14:creationId xmlns:p14="http://schemas.microsoft.com/office/powerpoint/2010/main" val="711547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FAEFE-4B2E-22FB-3008-2D63513DA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if-then-else statement(ternary operator)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1D17E-31BF-0F69-D9F2-6AA281FBA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value = condition ? value1: value2;</a:t>
            </a:r>
          </a:p>
          <a:p>
            <a:r>
              <a:rPr lang="en-US" sz="2400" dirty="0"/>
              <a:t>if (condition)</a:t>
            </a:r>
          </a:p>
          <a:p>
            <a:pPr marL="0" indent="0">
              <a:buNone/>
            </a:pPr>
            <a:r>
              <a:rPr lang="en-US" sz="2400" dirty="0"/>
              <a:t> { value = value1; } </a:t>
            </a:r>
          </a:p>
          <a:p>
            <a:pPr marL="0" indent="0">
              <a:buNone/>
            </a:pPr>
            <a:r>
              <a:rPr lang="en-US" sz="2400" dirty="0"/>
              <a:t>else { value = value2; }</a:t>
            </a:r>
          </a:p>
          <a:p>
            <a:r>
              <a:rPr lang="en-US" sz="2400" dirty="0"/>
              <a:t>Java ternary operator is the only conditional operator that takes three operands.</a:t>
            </a:r>
          </a:p>
          <a:p>
            <a:r>
              <a:rPr lang="en-US" sz="2400" dirty="0"/>
              <a:t>It’s a one-liner replacement for the if-then-else statement and is used a lot in Java programming.</a:t>
            </a:r>
          </a:p>
          <a:p>
            <a:pPr marL="0" indent="0">
              <a:buNone/>
            </a:pP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1200046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75F96-D18D-9EE6-D393-7F39EDE89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Ternary Operations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7C353-99D4-A6F7-5AF8-315FBCC5D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Int num1 = 10;</a:t>
            </a:r>
          </a:p>
          <a:p>
            <a:pPr marL="0" indent="0">
              <a:buNone/>
            </a:pPr>
            <a:r>
              <a:rPr lang="pt-BR" dirty="0"/>
              <a:t>Int num2 = 20;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Int res=(num1&gt;num2) ? (num1+num2):(num1-num2)</a:t>
            </a:r>
          </a:p>
          <a:p>
            <a:endParaRPr lang="pt-BR" dirty="0"/>
          </a:p>
          <a:p>
            <a:r>
              <a:rPr lang="pt-BR" dirty="0"/>
              <a:t>Since num1&lt;num2, </a:t>
            </a:r>
          </a:p>
          <a:p>
            <a:r>
              <a:rPr lang="pt-BR" dirty="0"/>
              <a:t>the second operation is performed</a:t>
            </a:r>
          </a:p>
          <a:p>
            <a:r>
              <a:rPr lang="pt-BR" dirty="0"/>
              <a:t>res = num1-num2 = -10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875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D1E27-8D67-F5D2-F94D-3EE933052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switch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64618-9ECC-D3C0-03B2-A8F6302A4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switch statement is Java’s multipath branch statement; </a:t>
            </a:r>
          </a:p>
          <a:p>
            <a:r>
              <a:rPr lang="en-US" dirty="0"/>
              <a:t>it provides the same kind of functionality as an </a:t>
            </a:r>
            <a:r>
              <a:rPr lang="en-US" dirty="0" err="1"/>
              <a:t>ifelse</a:t>
            </a:r>
            <a:r>
              <a:rPr lang="en-US" dirty="0"/>
              <a:t> ladder does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2312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718B4-CC36-A374-6A99-5D24323AF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Switch Statement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CCAD2E-0074-9915-A757-51B5B27509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3071" y="2315497"/>
            <a:ext cx="7991547" cy="3834580"/>
          </a:xfrm>
        </p:spPr>
      </p:pic>
    </p:spTree>
    <p:extLst>
      <p:ext uri="{BB962C8B-B14F-4D97-AF65-F5344CB8AC3E}">
        <p14:creationId xmlns:p14="http://schemas.microsoft.com/office/powerpoint/2010/main" val="1414916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9CCE1-5920-0954-BF0C-7E0DBA4A6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077E3-07B5-AA20-8043-CA8981544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967601"/>
          </a:xfrm>
        </p:spPr>
        <p:txBody>
          <a:bodyPr/>
          <a:lstStyle/>
          <a:p>
            <a:r>
              <a:rPr lang="en-US" dirty="0"/>
              <a:t>Loops enable you to execute a set of statements for a number of times</a:t>
            </a:r>
          </a:p>
          <a:p>
            <a:r>
              <a:rPr lang="en-US" dirty="0"/>
              <a:t>The loop execution depends upon a loop condition</a:t>
            </a:r>
          </a:p>
          <a:p>
            <a:r>
              <a:rPr lang="en-US" dirty="0"/>
              <a:t>The statements inside a loop are executed as long as the loop condition remains true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3129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326C3-580E-77B6-DE9A-AC696B639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while loop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87150-CBE3-0D58-B422-199E1CADE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while loop executes a statement(s) inside a loop body as long as the loop test condition evaluates to true.</a:t>
            </a:r>
          </a:p>
          <a:p>
            <a:r>
              <a:rPr lang="en-US" dirty="0"/>
              <a:t> In general, a while loop looks as follows:</a:t>
            </a:r>
          </a:p>
          <a:p>
            <a:pPr marL="0" indent="0">
              <a:buNone/>
            </a:pPr>
            <a:r>
              <a:rPr lang="en-IN" b="1" dirty="0"/>
              <a:t>while(condition)</a:t>
            </a:r>
          </a:p>
          <a:p>
            <a:pPr marL="0" indent="0">
              <a:buNone/>
            </a:pPr>
            <a:r>
              <a:rPr lang="en-IN" b="1" dirty="0"/>
              <a:t> statement; </a:t>
            </a:r>
          </a:p>
        </p:txBody>
      </p:sp>
    </p:spTree>
    <p:extLst>
      <p:ext uri="{BB962C8B-B14F-4D97-AF65-F5344CB8AC3E}">
        <p14:creationId xmlns:p14="http://schemas.microsoft.com/office/powerpoint/2010/main" val="1404970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6DB92-482B-91B5-8BFD-F2D636718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while loop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6C625-7419-B24A-7F09-8C8A5AA76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public class App {</a:t>
            </a:r>
          </a:p>
          <a:p>
            <a:pPr marL="0" indent="0">
              <a:buNone/>
            </a:pPr>
            <a:r>
              <a:rPr lang="en-IN" dirty="0"/>
              <a:t>public static void main(String[] </a:t>
            </a:r>
            <a:r>
              <a:rPr lang="en-IN" dirty="0" err="1"/>
              <a:t>args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 { </a:t>
            </a:r>
          </a:p>
          <a:p>
            <a:pPr marL="0" indent="0">
              <a:buNone/>
            </a:pPr>
            <a:r>
              <a:rPr lang="en-IN" dirty="0"/>
              <a:t>int value = 10;</a:t>
            </a:r>
          </a:p>
          <a:p>
            <a:pPr marL="0" indent="0">
              <a:buNone/>
            </a:pPr>
            <a:r>
              <a:rPr lang="en-IN" dirty="0"/>
              <a:t>while (value &gt; 0) 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("Current value = " + value--); }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53359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C8FB7-C947-4D95-2258-4EA2775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while loop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BF361-7C6D-CCFC-A419-ADDF59114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public class App {</a:t>
            </a:r>
          </a:p>
          <a:p>
            <a:pPr marL="0" indent="0">
              <a:buNone/>
            </a:pPr>
            <a:r>
              <a:rPr lang="en-IN" dirty="0"/>
              <a:t>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int value = 6, factorial = 1, temp;</a:t>
            </a:r>
          </a:p>
          <a:p>
            <a:pPr marL="0" indent="0">
              <a:buNone/>
            </a:pPr>
            <a:r>
              <a:rPr lang="en-IN" dirty="0"/>
              <a:t>temp = value; //make a destructive copy.</a:t>
            </a:r>
          </a:p>
          <a:p>
            <a:pPr marL="0" indent="0">
              <a:buNone/>
            </a:pPr>
            <a:r>
              <a:rPr lang="en-IN" dirty="0"/>
              <a:t>while (temp &gt; 0) </a:t>
            </a:r>
          </a:p>
          <a:p>
            <a:pPr marL="0" indent="0">
              <a:buNone/>
            </a:pPr>
            <a:r>
              <a:rPr lang="en-IN" dirty="0"/>
              <a:t>{ </a:t>
            </a:r>
          </a:p>
          <a:p>
            <a:pPr marL="0" indent="0">
              <a:buNone/>
            </a:pPr>
            <a:r>
              <a:rPr lang="en-IN" dirty="0"/>
              <a:t>factorial *= temp--; 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(value + "! = " + factorial); </a:t>
            </a:r>
          </a:p>
          <a:p>
            <a:pPr marL="0" indent="0">
              <a:buNone/>
            </a:pPr>
            <a:r>
              <a:rPr lang="en-IN"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2388016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36D36-51F4-D3EB-B531-B1377C1EB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do..while</a:t>
            </a:r>
            <a:r>
              <a:rPr lang="en-US" dirty="0"/>
              <a:t> loop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995E9-8353-97F1-EC24-AE4F88B52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do-while loop is similar to a while loop. </a:t>
            </a:r>
          </a:p>
          <a:p>
            <a:r>
              <a:rPr lang="en-US" dirty="0"/>
              <a:t>It is also used to repeat a set of statements a number of times. </a:t>
            </a:r>
          </a:p>
          <a:p>
            <a:r>
              <a:rPr lang="en-US" dirty="0"/>
              <a:t>However, the difference lies where the test condition is evaluated.</a:t>
            </a:r>
          </a:p>
          <a:p>
            <a:r>
              <a:rPr lang="en-US" dirty="0"/>
              <a:t> A do-while loop tests the condition after the loop body is executed, whereas a while loop tests the condition before the loop body executes. </a:t>
            </a:r>
          </a:p>
          <a:p>
            <a:r>
              <a:rPr lang="en-US" dirty="0"/>
              <a:t>Both loops terminate once the test condition evaluates to false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8738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1E66E-AEC9-4F3C-F54C-ABA60FADB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public class App {</a:t>
            </a:r>
          </a:p>
          <a:p>
            <a:pPr marL="0" indent="0">
              <a:buNone/>
            </a:pPr>
            <a:r>
              <a:rPr lang="en-IN" dirty="0"/>
              <a:t>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int values[] = {1, 2, 3, 0, 5}, test, index = 0;</a:t>
            </a:r>
          </a:p>
          <a:p>
            <a:pPr marL="0" indent="0">
              <a:buNone/>
            </a:pPr>
            <a:r>
              <a:rPr lang="en-IN" dirty="0"/>
              <a:t>do {</a:t>
            </a:r>
          </a:p>
          <a:p>
            <a:pPr marL="0" indent="0">
              <a:buNone/>
            </a:pPr>
            <a:r>
              <a:rPr lang="en-IN" dirty="0"/>
              <a:t>test = 5 * values[index++];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(test);</a:t>
            </a:r>
          </a:p>
          <a:p>
            <a:pPr marL="0" indent="0">
              <a:buNone/>
            </a:pPr>
            <a:r>
              <a:rPr lang="en-IN" dirty="0"/>
              <a:t>} while (test &lt; 15);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E0DCFB-9C68-D908-0E40-4065AABE8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do..while</a:t>
            </a:r>
            <a:r>
              <a:rPr lang="en-US" dirty="0"/>
              <a:t> loop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4730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27DC8-08DE-86BF-E4F5-86C0CC19B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for loop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37A49-0D28-9791-6378-40ED81D8B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Java for loop is a good choice when you want to use a numeric index that you automatically increment or decrement each time through the loop, such as when you are working with an array.</a:t>
            </a:r>
          </a:p>
          <a:p>
            <a:r>
              <a:rPr lang="en-US" b="1" dirty="0"/>
              <a:t>for (</a:t>
            </a:r>
            <a:r>
              <a:rPr lang="en-US" b="1" dirty="0" err="1"/>
              <a:t>initialization_expression</a:t>
            </a:r>
            <a:r>
              <a:rPr lang="en-US" b="1" dirty="0"/>
              <a:t>; </a:t>
            </a:r>
            <a:r>
              <a:rPr lang="en-US" b="1" dirty="0" err="1"/>
              <a:t>test_conditon</a:t>
            </a:r>
            <a:r>
              <a:rPr lang="en-US" b="1" dirty="0"/>
              <a:t>; </a:t>
            </a:r>
            <a:r>
              <a:rPr lang="en-US" b="1" dirty="0" err="1"/>
              <a:t>iteration_expression</a:t>
            </a:r>
            <a:r>
              <a:rPr lang="en-US" b="1" dirty="0"/>
              <a:t>) { statement }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55011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06CE8-9CFE-2E26-5B2E-9F2F07895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For Loop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37C3C-4B2B-A2D6-076A-74291249E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public class App {</a:t>
            </a:r>
          </a:p>
          <a:p>
            <a:pPr marL="0" indent="0">
              <a:buNone/>
            </a:pPr>
            <a:r>
              <a:rPr lang="en-IN" dirty="0"/>
              <a:t>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int </a:t>
            </a:r>
            <a:r>
              <a:rPr lang="en-IN" dirty="0" err="1"/>
              <a:t>loop_index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for (</a:t>
            </a:r>
            <a:r>
              <a:rPr lang="en-IN" dirty="0" err="1"/>
              <a:t>loop_index</a:t>
            </a:r>
            <a:r>
              <a:rPr lang="en-IN" dirty="0"/>
              <a:t> = 1; </a:t>
            </a:r>
            <a:r>
              <a:rPr lang="en-IN" dirty="0" err="1"/>
              <a:t>loop_index</a:t>
            </a:r>
            <a:r>
              <a:rPr lang="en-IN" dirty="0"/>
              <a:t> &lt;= 5; </a:t>
            </a:r>
            <a:r>
              <a:rPr lang="en-IN" dirty="0" err="1"/>
              <a:t>loop_index</a:t>
            </a:r>
            <a:r>
              <a:rPr lang="en-IN" dirty="0"/>
              <a:t>++) {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("This is iteration number " + </a:t>
            </a:r>
            <a:r>
              <a:rPr lang="en-IN" dirty="0" err="1"/>
              <a:t>loop_index</a:t>
            </a:r>
            <a:r>
              <a:rPr lang="en-IN" dirty="0"/>
              <a:t>);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56412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43820B-16F8-E822-846A-64795E2C5833}"/>
              </a:ext>
            </a:extLst>
          </p:cNvPr>
          <p:cNvSpPr/>
          <p:nvPr/>
        </p:nvSpPr>
        <p:spPr>
          <a:xfrm>
            <a:off x="2510382" y="2967335"/>
            <a:ext cx="412324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Continued…</a:t>
            </a:r>
            <a:endParaRPr lang="en-US" sz="54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95386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409</TotalTime>
  <Words>759</Words>
  <Application>Microsoft Office PowerPoint</Application>
  <PresentationFormat>On-screen Show (4:3)</PresentationFormat>
  <Paragraphs>116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Control Statements in Java</vt:lpstr>
      <vt:lpstr>Index</vt:lpstr>
      <vt:lpstr>Conditional Statements</vt:lpstr>
      <vt:lpstr>The if..condition</vt:lpstr>
      <vt:lpstr>The if..else statement</vt:lpstr>
      <vt:lpstr>The if-else ladder</vt:lpstr>
      <vt:lpstr>The if-then-else statement(ternary operator)</vt:lpstr>
      <vt:lpstr>Ternary Operations</vt:lpstr>
      <vt:lpstr>The switch statement</vt:lpstr>
      <vt:lpstr>The Switch Statement</vt:lpstr>
      <vt:lpstr>Loops</vt:lpstr>
      <vt:lpstr>The while loop </vt:lpstr>
      <vt:lpstr>The while loop</vt:lpstr>
      <vt:lpstr>The while loop</vt:lpstr>
      <vt:lpstr>The do..while loop</vt:lpstr>
      <vt:lpstr>The do..while loop</vt:lpstr>
      <vt:lpstr>The for loop</vt:lpstr>
      <vt:lpstr>The For Loop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Ashwin Bhagat</dc:creator>
  <cp:lastModifiedBy>Dr Ashwin Bhagat</cp:lastModifiedBy>
  <cp:revision>36</cp:revision>
  <dcterms:created xsi:type="dcterms:W3CDTF">2024-08-22T10:07:50Z</dcterms:created>
  <dcterms:modified xsi:type="dcterms:W3CDTF">2025-08-20T05:34:05Z</dcterms:modified>
</cp:coreProperties>
</file>